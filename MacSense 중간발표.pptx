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91" r:id="rId2"/>
    <p:sldId id="409" r:id="rId3"/>
    <p:sldId id="417" r:id="rId4"/>
    <p:sldId id="418" r:id="rId5"/>
    <p:sldId id="421" r:id="rId6"/>
    <p:sldId id="422" r:id="rId7"/>
    <p:sldId id="420" r:id="rId8"/>
    <p:sldId id="424" r:id="rId9"/>
    <p:sldId id="423" r:id="rId10"/>
    <p:sldId id="419" r:id="rId11"/>
    <p:sldId id="39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0000"/>
    <a:srgbClr val="162C72"/>
    <a:srgbClr val="EBD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0"/>
    <p:restoredTop sz="83288"/>
  </p:normalViewPr>
  <p:slideViewPr>
    <p:cSldViewPr snapToGrid="0">
      <p:cViewPr varScale="1">
        <p:scale>
          <a:sx n="105" d="100"/>
          <a:sy n="105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13566-F735-C14D-AAEE-B3DA25EB5BEB}" type="datetimeFigureOut">
              <a:rPr kumimoji="1" lang="ko-KR" altLang="en-US" smtClean="0"/>
              <a:t>2026. 5. 17.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05A2D-EA7E-EF4B-AF74-33FFE304A2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041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A500-7B95-88BE-5BC1-8578442A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8CC4EE-236F-16C9-13C1-CA8EB3960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A651CE-A388-7C10-C899-36D56E60E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8FC04C-56BE-39FF-036D-EECC989E3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3087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00ED-AF91-9D39-2DB4-636107D0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1036E-2240-015D-9972-9EE65883D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6679AA-2529-751D-1DE5-88721A62A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2EB2-1543-001B-5A53-1724D08D5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3598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03FB-7A71-24EF-6D6D-64BDF043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B025BD-1551-598A-6D62-53151889E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BF6E1F-C897-757B-85E5-20287E04C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1A2272-21D6-7D85-39DA-3075028FF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6398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0A83-C251-7852-B631-1E5E36722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07E08C-9C31-8786-8FBC-ADE617E53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F1B97A-B8D4-1A84-B9E5-06DE9338F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61894-B32E-04AF-38C0-5DBFBF7F0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3149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01ED-5F69-67FA-7AF4-E43754CE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815FD4-BFAD-2C95-F16C-BCD0EE540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7535EC-9A3C-ABC6-17C3-816E6864D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E7400B-F7C4-ADF4-3714-965498667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535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526A-3265-5EEE-E4A8-99B07218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B0A7C3-D249-CEC6-1341-86A0D7019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8058FC-4A45-8EE7-1B09-5AB7491E1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3FEE2-B7BF-7231-9607-1BB94E8BC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9637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F54E5-E4D2-D3E3-E302-4BFD6646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3E87B7-C6D1-E8C7-1F7E-F474E66B6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708FEE-5722-EBCE-FF5E-9656ABB0A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24AA45-3772-58FF-65CB-EF57E3FBE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7205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1A2A-5FC9-24DE-2369-9BC0792D3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D469D6-6BD6-8C5A-BC03-2F3FC00FC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E9DE31-A59C-2502-36ED-A2600D78B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B1B326-E79F-4855-3A2C-DDEB82F52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1782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C97A-9D5A-48A2-C340-BD5B0477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B44F41-EADC-EF72-58B0-C7D5C2166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5710BC-CE32-E237-9EF1-F6675236D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0A8F57-2908-197C-C54A-0A3AAE206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5A2D-EA7E-EF4B-AF74-33FFE304A2E3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2978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A65E7-9920-BD4F-6D9B-44E1F46A6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683885-2279-A9F0-038C-B2FAAB43A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986A0A-C911-715F-053D-D966517D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8204A7-BA74-FCDC-0FA2-7DAFE3F5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38BEE0-F002-16A8-FA20-AF155248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55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B2896-9387-8167-3657-8EC53C19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A93D3-42D3-28CE-8187-FFB385EEE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86A2AD-C5AE-7094-5294-A6BF77EF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066994-0DC0-E705-61CA-2D7FF7F7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92CD74-2818-7701-D256-5DAB32C4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58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F3FAC-87DB-47F7-A100-57EA2FDF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142269-71C9-F7B1-7B20-4C9882B71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273C9-F3EF-B705-9346-4CA9798A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8BCCA2-162A-BC64-2B4B-DD972215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A6060-55A9-B8E8-ED5E-F656F521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46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F4501-72AB-9403-BB73-D8EB453E2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14A625-718E-D9D3-307E-972819311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4346A0-06A5-13C6-CCF6-D91F01DCE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715D8A-35C6-B8F6-822B-EEE1B058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DA7DA0-99FE-C69E-80F4-DF3B6F7C1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1D2B18-F9B7-83FD-15E2-D720EFDE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76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AE009-7B1A-D95F-1125-0848A9FA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EDF035-1B39-8E99-A801-467FBA61F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6C5F59-6D40-BAD1-1218-2AEC4565F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B1E75A-39C7-121E-20D0-21F19435B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280C118-FC9E-90D6-19C2-6C6713364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DB5449-D8BF-F271-2290-9118369C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DCC383-6016-C577-5AA5-75FEB0F9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4CB720-E001-DF4E-47CD-A44A5D86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12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27D1A-0779-6907-9690-1735CF6A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BACEDA-7AFD-AF48-6786-8DC28A8D8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A8CFE1-44F1-6564-F39D-4811A1DF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94BCA5-9899-B945-EFCC-D30F1F79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01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21FC99-ACFB-55F9-1028-BC53202D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E8538A-C67A-852A-50B9-328B549B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5C8766-CE7E-D8D4-E75A-BF0FBD66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9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2782A-6FA7-942A-4D08-B6518D7CB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17686D-BEB0-852F-45D6-1D6F5C319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ECE606-1BC7-39CD-5162-728ACE48C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BC6158-3DBE-A02C-38E4-0323B055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69A481-8531-CD3D-1576-262F04C8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EC7C08-4995-A8B0-506E-B4ED2A43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12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22E54-9A95-9365-19EA-B4A40CBF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1547E2-C108-EF5E-0CD7-9AD281150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3BAC09-4EEF-B3AC-7AB6-255792C86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C1B82-B6F1-1304-ED42-426E1AE4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C81C8C-C8FB-A127-35A4-19A30AD9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8ABC35-4BBC-D58F-4AB1-F852CB45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FE879-88AC-6A8D-C206-A34A3AFD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44B012-8C93-7C0C-D8FE-5A270A3BE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8EE08-FCB6-B2D5-591B-76143D48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5DEA7-A171-1583-2C18-7AD7F767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CBF9D3-23CB-C3B4-E8DE-D9480A27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3BDDB4-1E14-7C09-A901-C2FDA7565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BCCCC8-B0E2-F412-37F7-A3C3A0301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1FB6C0-4648-C7F5-1D6C-3B283EBE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8E045-2D11-3D02-9E37-6F8621E2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5BEC9-5524-97B2-3413-7BE7A8FB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6B016B-EED9-5790-DCF2-BF4BFA124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55FDBE-F887-C6A8-AF7D-B4BC66471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C22BE7-4BA4-21FA-DDF3-9CBC167E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8DAB1-7C90-44E9-BC1D-462475A06BC1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603E8-40C0-D33C-ADCB-6C117B59F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E8B03E-DF59-434F-87EE-293C35A94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D19AA-B410-430F-B915-2D568E21B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646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EB1C8F3-A3D0-C527-FBFE-DC1875C2F28D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993611D-5341-EE32-5497-D3D2AC135DE8}"/>
              </a:ext>
            </a:extLst>
          </p:cNvPr>
          <p:cNvSpPr/>
          <p:nvPr/>
        </p:nvSpPr>
        <p:spPr>
          <a:xfrm>
            <a:off x="1241277" y="2069095"/>
            <a:ext cx="9709447" cy="387369"/>
          </a:xfrm>
          <a:prstGeom prst="roundRect">
            <a:avLst>
              <a:gd name="adj" fmla="val 10049"/>
            </a:avLst>
          </a:prstGeom>
          <a:solidFill>
            <a:srgbClr val="162C7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2519ED5-67EF-64B9-D152-D66478364A7B}"/>
              </a:ext>
            </a:extLst>
          </p:cNvPr>
          <p:cNvCxnSpPr>
            <a:cxnSpLocks/>
          </p:cNvCxnSpPr>
          <p:nvPr/>
        </p:nvCxnSpPr>
        <p:spPr>
          <a:xfrm>
            <a:off x="1359849" y="3983356"/>
            <a:ext cx="9472302" cy="0"/>
          </a:xfrm>
          <a:prstGeom prst="line">
            <a:avLst/>
          </a:prstGeom>
          <a:ln>
            <a:solidFill>
              <a:srgbClr val="162C7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BE1F9D-9C57-954E-A5C6-1D951120D6B2}"/>
              </a:ext>
            </a:extLst>
          </p:cNvPr>
          <p:cNvSpPr txBox="1"/>
          <p:nvPr/>
        </p:nvSpPr>
        <p:spPr>
          <a:xfrm>
            <a:off x="2501900" y="2792281"/>
            <a:ext cx="718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중간 발표</a:t>
            </a:r>
            <a:endParaRPr lang="en-US" altLang="ko-KR" sz="2800" b="1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algn="ctr"/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사용자 패턴 기반 단축키 제안 서비스 </a:t>
            </a:r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 </a:t>
            </a:r>
            <a:r>
              <a:rPr lang="en-US" altLang="ko-KR" sz="1600" b="1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MacSense</a:t>
            </a:r>
            <a:endParaRPr lang="ko-KR" altLang="en-US" sz="1600" b="1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0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32CE-079F-F9AA-FE86-0138B99D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A9FF320-2C43-97C4-E8E4-27D38226916D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6B89BD2-9AE3-2A48-0D8B-2A5837DC0ACB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C72928-18A2-02C0-9A81-C8D439ABE14F}"/>
              </a:ext>
            </a:extLst>
          </p:cNvPr>
          <p:cNvSpPr txBox="1"/>
          <p:nvPr/>
        </p:nvSpPr>
        <p:spPr>
          <a:xfrm>
            <a:off x="1268627" y="292450"/>
            <a:ext cx="1021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</a:t>
            </a:r>
            <a:r>
              <a:rPr lang="en-US" altLang="ko-KR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개요</a:t>
            </a:r>
            <a:r>
              <a:rPr lang="en-US" altLang="ko-KR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(recap.)</a:t>
            </a:r>
            <a:endParaRPr lang="ko-KR" altLang="en-US" sz="2000" b="1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34BC5D5-D6C2-D036-A481-6A49456C3958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50326F-54FA-A885-F837-BFEED3A10390}"/>
              </a:ext>
            </a:extLst>
          </p:cNvPr>
          <p:cNvSpPr/>
          <p:nvPr/>
        </p:nvSpPr>
        <p:spPr>
          <a:xfrm>
            <a:off x="1371600" y="2147587"/>
            <a:ext cx="2036064" cy="136548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chemeClr val="tx1"/>
                </a:solidFill>
              </a:rPr>
              <a:t>관찰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73F782-9E00-370D-D09D-FB3D9F54ADD2}"/>
              </a:ext>
            </a:extLst>
          </p:cNvPr>
          <p:cNvSpPr/>
          <p:nvPr/>
        </p:nvSpPr>
        <p:spPr>
          <a:xfrm>
            <a:off x="4859171" y="2147587"/>
            <a:ext cx="2036064" cy="136548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chemeClr val="tx1"/>
                </a:solidFill>
              </a:rPr>
              <a:t>분석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468841-EC5D-AF20-CC8D-FDBF37B5B059}"/>
              </a:ext>
            </a:extLst>
          </p:cNvPr>
          <p:cNvSpPr/>
          <p:nvPr/>
        </p:nvSpPr>
        <p:spPr>
          <a:xfrm>
            <a:off x="8596019" y="2147587"/>
            <a:ext cx="2036064" cy="136548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chemeClr val="tx1"/>
                </a:solidFill>
              </a:rPr>
              <a:t>제안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01947-1E7C-2EFD-2B55-8AA333A22A4D}"/>
              </a:ext>
            </a:extLst>
          </p:cNvPr>
          <p:cNvSpPr txBox="1"/>
          <p:nvPr/>
        </p:nvSpPr>
        <p:spPr>
          <a:xfrm>
            <a:off x="927587" y="3812927"/>
            <a:ext cx="2924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ea typeface="Pretendard ExtraBold" panose="02000903000000020004" pitchFamily="2" charset="-127"/>
                <a:cs typeface="Pretendard ExtraBold" panose="02000903000000020004" pitchFamily="2" charset="-127"/>
              </a:rPr>
              <a:t>백그라운드에서 앱별</a:t>
            </a:r>
          </a:p>
          <a:p>
            <a:pPr algn="ctr"/>
            <a:r>
              <a:rPr lang="ko-KR" altLang="en-US" sz="1400" b="1" dirty="0">
                <a:ea typeface="Pretendard ExtraBold" panose="02000903000000020004" pitchFamily="2" charset="-127"/>
                <a:cs typeface="Pretendard ExtraBold" panose="02000903000000020004" pitchFamily="2" charset="-127"/>
              </a:rPr>
              <a:t>클릭</a:t>
            </a:r>
            <a:r>
              <a:rPr lang="en-US" altLang="ko-KR" sz="1400" b="1" dirty="0"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lang="ko-KR" altLang="en-US" sz="1400" b="1" dirty="0">
                <a:ea typeface="Pretendard ExtraBold" panose="02000903000000020004" pitchFamily="2" charset="-127"/>
                <a:cs typeface="Pretendard ExtraBold" panose="02000903000000020004" pitchFamily="2" charset="-127"/>
              </a:rPr>
              <a:t>메뉴 사용 패턴 수집</a:t>
            </a:r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BB8BEDBB-4C3D-D54A-9BAA-19D5D415749A}"/>
              </a:ext>
            </a:extLst>
          </p:cNvPr>
          <p:cNvSpPr/>
          <p:nvPr/>
        </p:nvSpPr>
        <p:spPr>
          <a:xfrm>
            <a:off x="3938016" y="2633472"/>
            <a:ext cx="499872" cy="36576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D7A4E715-F2B3-FDB9-B3C1-1FA76A4D0C51}"/>
              </a:ext>
            </a:extLst>
          </p:cNvPr>
          <p:cNvSpPr/>
          <p:nvPr/>
        </p:nvSpPr>
        <p:spPr>
          <a:xfrm>
            <a:off x="7495691" y="2647449"/>
            <a:ext cx="499872" cy="36576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7F0B39-5DDB-465D-6AE1-591E86C8A9ED}"/>
              </a:ext>
            </a:extLst>
          </p:cNvPr>
          <p:cNvSpPr txBox="1"/>
          <p:nvPr/>
        </p:nvSpPr>
        <p:spPr>
          <a:xfrm>
            <a:off x="4415158" y="3809758"/>
            <a:ext cx="2924090" cy="660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altLang="ko-KR" sz="1400" b="1" dirty="0" err="1">
                <a:ea typeface="Arial" pitchFamily="34" charset="-122"/>
                <a:cs typeface="Arial" pitchFamily="34" charset="-120"/>
              </a:rPr>
              <a:t>AI가</a:t>
            </a:r>
            <a:r>
              <a:rPr lang="en-US" altLang="ko-KR" sz="1400" b="1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b="1" dirty="0" err="1">
                <a:ea typeface="Arial" pitchFamily="34" charset="-122"/>
                <a:cs typeface="Arial" pitchFamily="34" charset="-120"/>
              </a:rPr>
              <a:t>반복</a:t>
            </a:r>
            <a:r>
              <a:rPr lang="en-US" altLang="ko-KR" sz="1400" b="1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b="1" dirty="0" err="1">
                <a:ea typeface="Arial" pitchFamily="34" charset="-122"/>
                <a:cs typeface="Arial" pitchFamily="34" charset="-120"/>
              </a:rPr>
              <a:t>행동</a:t>
            </a:r>
            <a:r>
              <a:rPr lang="en-US" altLang="ko-KR" sz="1400" b="1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b="1" dirty="0" err="1">
                <a:ea typeface="Arial" pitchFamily="34" charset="-122"/>
                <a:cs typeface="Arial" pitchFamily="34" charset="-120"/>
              </a:rPr>
              <a:t>시퀀스를</a:t>
            </a:r>
            <a:endParaRPr lang="en-US" altLang="ko-KR" sz="1400" b="1" dirty="0"/>
          </a:p>
          <a:p>
            <a:pPr algn="ctr">
              <a:lnSpc>
                <a:spcPct val="140000"/>
              </a:lnSpc>
            </a:pPr>
            <a:r>
              <a:rPr lang="en-US" altLang="ko-KR" sz="1400" b="1" dirty="0" err="1">
                <a:ea typeface="Arial" pitchFamily="34" charset="-122"/>
                <a:cs typeface="Arial" pitchFamily="34" charset="-120"/>
              </a:rPr>
              <a:t>자동으로</a:t>
            </a:r>
            <a:r>
              <a:rPr lang="en-US" altLang="ko-KR" sz="1400" b="1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b="1" dirty="0" err="1">
                <a:ea typeface="Arial" pitchFamily="34" charset="-122"/>
                <a:cs typeface="Arial" pitchFamily="34" charset="-120"/>
              </a:rPr>
              <a:t>감지</a:t>
            </a:r>
            <a:endParaRPr lang="en-US" altLang="ko-KR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34B434-9879-5B9D-F176-20A7FF5D00EE}"/>
              </a:ext>
            </a:extLst>
          </p:cNvPr>
          <p:cNvSpPr txBox="1"/>
          <p:nvPr/>
        </p:nvSpPr>
        <p:spPr>
          <a:xfrm>
            <a:off x="8152006" y="3812927"/>
            <a:ext cx="2924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해당 행동에 맞는 단축키를</a:t>
            </a:r>
          </a:p>
          <a:p>
            <a:pPr algn="ctr"/>
            <a:r>
              <a:rPr lang="ko-KR" altLang="en-US" sz="1400" b="1" dirty="0"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자연어로 추천 팝업</a:t>
            </a:r>
          </a:p>
        </p:txBody>
      </p:sp>
    </p:spTree>
    <p:extLst>
      <p:ext uri="{BB962C8B-B14F-4D97-AF65-F5344CB8AC3E}">
        <p14:creationId xmlns:p14="http://schemas.microsoft.com/office/powerpoint/2010/main" val="181943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27415-0F53-CE68-F2CE-D45928DB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670F922-7FC2-958C-4FE1-8FF535860DF8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FC0BC0-E613-B9A2-8514-C96B39E2E7EC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C842B1-FD23-437C-66E3-FCBBE383BBDD}"/>
              </a:ext>
            </a:extLst>
          </p:cNvPr>
          <p:cNvSpPr txBox="1"/>
          <p:nvPr/>
        </p:nvSpPr>
        <p:spPr>
          <a:xfrm>
            <a:off x="1268627" y="292450"/>
            <a:ext cx="1021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</a:t>
            </a:r>
            <a:r>
              <a:rPr lang="en-US" altLang="ko-KR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개요</a:t>
            </a:r>
            <a:r>
              <a:rPr lang="en-US" altLang="ko-KR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(recap.)</a:t>
            </a:r>
            <a:endParaRPr lang="ko-KR" altLang="en-US" sz="2000" b="1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5E15FC-5AEA-002B-4EB3-12A72B1A4C49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7E44A6-BC63-9AA5-1B2E-7CE0B1712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132" y="1676828"/>
            <a:ext cx="4229965" cy="39888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7DCEED9-4D9F-723F-913E-D7C23FE3C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179" y="1676828"/>
            <a:ext cx="3377184" cy="40345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08ADCA-DA3F-620A-97EA-86BFCDDF3B33}"/>
              </a:ext>
            </a:extLst>
          </p:cNvPr>
          <p:cNvSpPr txBox="1"/>
          <p:nvPr/>
        </p:nvSpPr>
        <p:spPr>
          <a:xfrm>
            <a:off x="2811958" y="1161794"/>
            <a:ext cx="1650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AI</a:t>
            </a:r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추천 팝업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FDD00-A4B8-8176-2B10-9B6CA33B8385}"/>
              </a:ext>
            </a:extLst>
          </p:cNvPr>
          <p:cNvSpPr txBox="1"/>
          <p:nvPr/>
        </p:nvSpPr>
        <p:spPr>
          <a:xfrm>
            <a:off x="8060614" y="1230336"/>
            <a:ext cx="1650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주간 리포트</a:t>
            </a:r>
          </a:p>
        </p:txBody>
      </p:sp>
    </p:spTree>
    <p:extLst>
      <p:ext uri="{BB962C8B-B14F-4D97-AF65-F5344CB8AC3E}">
        <p14:creationId xmlns:p14="http://schemas.microsoft.com/office/powerpoint/2010/main" val="318421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EA52-4B2F-8006-B75B-33017BE0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F39C96-A96E-9BC6-CE3E-A5DBDF158E7C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CC84A7E-D722-0AC2-AE48-E555D3EC1EFD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A04602-D208-FD46-BD1A-1DC023C5D100}"/>
              </a:ext>
            </a:extLst>
          </p:cNvPr>
          <p:cNvSpPr txBox="1"/>
          <p:nvPr/>
        </p:nvSpPr>
        <p:spPr>
          <a:xfrm>
            <a:off x="1268627" y="292450"/>
            <a:ext cx="1021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</a:t>
            </a:r>
            <a:r>
              <a:rPr lang="en-US" altLang="ko-KR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workflow - </a:t>
            </a:r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관찰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907C77-7394-567D-439A-460ACC98C26F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1A7AD7DC-ACBA-AACB-FED8-325E2E004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92" y="1719081"/>
            <a:ext cx="11814016" cy="347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54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79F6-7161-5938-81B6-28ADCF57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A897DF4-69BC-ED7C-DC24-631B806DF937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BBCE228-DF73-0C77-85FF-ECEDCF25577A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F98D0E-43B6-3685-3F62-881415CF731D}"/>
              </a:ext>
            </a:extLst>
          </p:cNvPr>
          <p:cNvSpPr txBox="1"/>
          <p:nvPr/>
        </p:nvSpPr>
        <p:spPr>
          <a:xfrm>
            <a:off x="1268627" y="292450"/>
            <a:ext cx="1021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</a:t>
            </a:r>
            <a:r>
              <a:rPr lang="en-US" altLang="ko-KR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workflow - </a:t>
            </a:r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E83639-B9E9-2CAC-1016-A52892BEC073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48051F9C-36F3-854E-6A74-6068D6CE3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111" y="1688445"/>
            <a:ext cx="11835778" cy="348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6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74F5-D4BA-3174-548E-CFA89FC6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A5EB809-9636-4265-BC4C-E7EC62CE6C37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2C1EFE5-71DB-AF1B-8819-3B738DEBCFAA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7A1DEC-999E-CF71-467A-744504135309}"/>
              </a:ext>
            </a:extLst>
          </p:cNvPr>
          <p:cNvSpPr txBox="1"/>
          <p:nvPr/>
        </p:nvSpPr>
        <p:spPr>
          <a:xfrm>
            <a:off x="1268627" y="292450"/>
            <a:ext cx="1021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</a:t>
            </a:r>
            <a:r>
              <a:rPr lang="en-US" altLang="ko-KR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workflow - </a:t>
            </a:r>
            <a:r>
              <a:rPr lang="ko-KR" altLang="en-US" sz="20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D82551-490E-38AD-D414-857AB7D1369A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EE592F5C-1ECF-78A3-9E75-044DA2866D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16" y="1650135"/>
            <a:ext cx="12096284" cy="355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5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B5E4-4815-C2AC-A51D-901BC795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CA58DCA-447C-1094-2C53-684107FE7BB8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6A05708-A2FE-DFDA-24DF-8029ED8C5E5D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C0A887-41BA-4F89-B4A9-1D6C576D3C06}"/>
              </a:ext>
            </a:extLst>
          </p:cNvPr>
          <p:cNvSpPr txBox="1"/>
          <p:nvPr/>
        </p:nvSpPr>
        <p:spPr>
          <a:xfrm>
            <a:off x="1268627" y="220903"/>
            <a:ext cx="10212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시연 </a:t>
            </a:r>
            <a:r>
              <a:rPr lang="en-US" altLang="ko-KR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–</a:t>
            </a:r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en-US" altLang="ko-KR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build</a:t>
            </a:r>
            <a:endParaRPr lang="ko-KR" altLang="en-US" sz="2400" b="1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C552B5-D7BE-94D0-28C5-9659BA5FB6CF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7B0465-3C19-8AC3-7412-01975F15E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627" y="1594709"/>
            <a:ext cx="6654800" cy="10033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77F7AB-75B5-503E-EFEE-65563FF0C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627" y="2821351"/>
            <a:ext cx="7772400" cy="287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0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CD27-83B8-766B-4975-F9172C991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FA32BA3-A571-7237-8972-B36DCB7D95D0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8736A43-070D-1E1D-08E7-AE48A7A416D2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EE6785-B82C-7EB6-6E2C-C0FA3D494DC5}"/>
              </a:ext>
            </a:extLst>
          </p:cNvPr>
          <p:cNvSpPr txBox="1"/>
          <p:nvPr/>
        </p:nvSpPr>
        <p:spPr>
          <a:xfrm>
            <a:off x="1268627" y="220903"/>
            <a:ext cx="10212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시연 </a:t>
            </a:r>
            <a:r>
              <a:rPr lang="en-US" altLang="ko-KR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–</a:t>
            </a:r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en-US" altLang="ko-KR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log </a:t>
            </a:r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추적</a:t>
            </a:r>
            <a:r>
              <a:rPr lang="en-US" altLang="ko-KR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</a:t>
            </a:r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en-US" altLang="ko-KR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AI</a:t>
            </a:r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추천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482EFB-21E7-ABA7-2F03-670EEC0B319C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1AADCE7-1878-A505-72D7-7B92A2FA6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160" y="1938766"/>
            <a:ext cx="4368800" cy="889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AC4B023-4A45-7667-FD93-CA8C75AC3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160" y="3156202"/>
            <a:ext cx="4368800" cy="8737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773100-AFDF-E18F-8BF3-706B419B9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654" y="1938766"/>
            <a:ext cx="6115847" cy="298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73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433F0-CB78-2957-07D3-72B37B3F5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ABA2B28-23F9-2FD0-4C96-6D8D33ED4021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0DF260-84BC-1E73-1187-AC72D9982E5A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D74C63-F704-0B57-73FF-E0A4AFC1B060}"/>
              </a:ext>
            </a:extLst>
          </p:cNvPr>
          <p:cNvSpPr txBox="1"/>
          <p:nvPr/>
        </p:nvSpPr>
        <p:spPr>
          <a:xfrm>
            <a:off x="1268627" y="220903"/>
            <a:ext cx="10212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문제 사항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085381-1AAD-9A1A-C75B-1CF59E4E4519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CD97A1-E1DC-EA1F-EBFF-9BA6818C9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54" y="3517180"/>
            <a:ext cx="3873500" cy="609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642ECEE-A3AA-9902-2D75-4CEBBD7D6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54" y="4840344"/>
            <a:ext cx="7772400" cy="5432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CB84B0-DD55-2596-FC68-3D2389318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54" y="2025524"/>
            <a:ext cx="5664200" cy="647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75FA25-8DC1-4F55-0CC8-0851B714D57B}"/>
              </a:ext>
            </a:extLst>
          </p:cNvPr>
          <p:cNvSpPr txBox="1"/>
          <p:nvPr/>
        </p:nvSpPr>
        <p:spPr>
          <a:xfrm>
            <a:off x="763654" y="1609151"/>
            <a:ext cx="4332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환각 문제</a:t>
            </a:r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실제로는 없는 단축키를 추천</a:t>
            </a:r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)</a:t>
            </a:r>
            <a:endParaRPr lang="ko-KR" altLang="en-US" sz="1600" b="1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F56F6-1940-40B2-4635-B436E908AE3C}"/>
              </a:ext>
            </a:extLst>
          </p:cNvPr>
          <p:cNvSpPr txBox="1"/>
          <p:nvPr/>
        </p:nvSpPr>
        <p:spPr>
          <a:xfrm>
            <a:off x="763654" y="3067076"/>
            <a:ext cx="10212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Finder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앱에서의 </a:t>
            </a:r>
            <a:r>
              <a:rPr lang="ko-KR" altLang="en-US" sz="1600" b="1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의미없는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반복에 반응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C6150-1E37-E00C-3B7C-1E3659491609}"/>
              </a:ext>
            </a:extLst>
          </p:cNvPr>
          <p:cNvSpPr txBox="1"/>
          <p:nvPr/>
        </p:nvSpPr>
        <p:spPr>
          <a:xfrm>
            <a:off x="763654" y="4463306"/>
            <a:ext cx="10212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정의되지 않은 동작</a:t>
            </a:r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노이즈 발생</a:t>
            </a:r>
          </a:p>
        </p:txBody>
      </p:sp>
    </p:spTree>
    <p:extLst>
      <p:ext uri="{BB962C8B-B14F-4D97-AF65-F5344CB8AC3E}">
        <p14:creationId xmlns:p14="http://schemas.microsoft.com/office/powerpoint/2010/main" val="239457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A0AF3-0583-DF18-F043-14073616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F682E0C-352D-1DE6-5603-93ED3C432FF5}"/>
              </a:ext>
            </a:extLst>
          </p:cNvPr>
          <p:cNvSpPr/>
          <p:nvPr/>
        </p:nvSpPr>
        <p:spPr>
          <a:xfrm>
            <a:off x="403654" y="378941"/>
            <a:ext cx="720000" cy="720000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61B8120-6000-F212-238A-C0A001E17D30}"/>
              </a:ext>
            </a:extLst>
          </p:cNvPr>
          <p:cNvCxnSpPr>
            <a:cxnSpLocks/>
          </p:cNvCxnSpPr>
          <p:nvPr/>
        </p:nvCxnSpPr>
        <p:spPr>
          <a:xfrm>
            <a:off x="1268627" y="738941"/>
            <a:ext cx="10470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F8E1BC-9FA9-885B-E623-03A202A8304A}"/>
              </a:ext>
            </a:extLst>
          </p:cNvPr>
          <p:cNvSpPr txBox="1"/>
          <p:nvPr/>
        </p:nvSpPr>
        <p:spPr>
          <a:xfrm>
            <a:off x="1268627" y="220903"/>
            <a:ext cx="10212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앞으로의 방향성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4CABD1-4966-89B3-296D-18E350AB4B0E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D4BCF0-594E-3275-A247-0C92F92188F3}"/>
              </a:ext>
            </a:extLst>
          </p:cNvPr>
          <p:cNvSpPr txBox="1"/>
          <p:nvPr/>
        </p:nvSpPr>
        <p:spPr>
          <a:xfrm>
            <a:off x="763654" y="1788573"/>
            <a:ext cx="700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앞의 문제 사항 해결 및 </a:t>
            </a:r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Finder, Safari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등 </a:t>
            </a:r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Native 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앱에 대한 단단한 성능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7A574-AC02-7DF8-8598-160F6BD44870}"/>
              </a:ext>
            </a:extLst>
          </p:cNvPr>
          <p:cNvSpPr txBox="1"/>
          <p:nvPr/>
        </p:nvSpPr>
        <p:spPr>
          <a:xfrm>
            <a:off x="763654" y="2680193"/>
            <a:ext cx="700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-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자주 사용되는 반복 패턴을</a:t>
            </a:r>
            <a:r>
              <a:rPr lang="en-US" altLang="ko-KR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</a:t>
            </a:r>
            <a:r>
              <a:rPr lang="ko-KR" altLang="en-US" sz="1600" b="1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사용자 지정 단축키로 만들도록 제안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BF74264E-C7C8-9511-3FD8-D785346BB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302" y="3289506"/>
            <a:ext cx="10969499" cy="283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8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6B499-CDD1-9622-11C9-CE5EC9E06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839313C-A7B7-DD13-3DDA-FFC9B3D6C0A0}"/>
              </a:ext>
            </a:extLst>
          </p:cNvPr>
          <p:cNvCxnSpPr>
            <a:cxnSpLocks/>
          </p:cNvCxnSpPr>
          <p:nvPr/>
        </p:nvCxnSpPr>
        <p:spPr>
          <a:xfrm>
            <a:off x="2732944" y="2428611"/>
            <a:ext cx="6726115" cy="0"/>
          </a:xfrm>
          <a:prstGeom prst="line">
            <a:avLst/>
          </a:prstGeom>
          <a:ln>
            <a:solidFill>
              <a:srgbClr val="162C72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D8C1B9C-422E-BC40-97ED-A3EC23BB4868}"/>
              </a:ext>
            </a:extLst>
          </p:cNvPr>
          <p:cNvCxnSpPr>
            <a:cxnSpLocks/>
          </p:cNvCxnSpPr>
          <p:nvPr/>
        </p:nvCxnSpPr>
        <p:spPr>
          <a:xfrm>
            <a:off x="2732944" y="4029279"/>
            <a:ext cx="6726115" cy="0"/>
          </a:xfrm>
          <a:prstGeom prst="line">
            <a:avLst/>
          </a:prstGeom>
          <a:ln>
            <a:solidFill>
              <a:srgbClr val="162C72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920777-4F64-6C9A-CC66-9DD4D77C9077}"/>
              </a:ext>
            </a:extLst>
          </p:cNvPr>
          <p:cNvSpPr txBox="1"/>
          <p:nvPr/>
        </p:nvSpPr>
        <p:spPr>
          <a:xfrm>
            <a:off x="2501900" y="3028890"/>
            <a:ext cx="718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KoPubWorld바탕체 Bold" panose="00000800000000000000" pitchFamily="2" charset="-127"/>
              </a:rPr>
              <a:t>감사합니다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F724DD-A3E9-B6F7-0EAF-5A9F9B354091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162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246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20139</TotalTime>
  <Words>135</Words>
  <Application>Microsoft Macintosh PowerPoint</Application>
  <PresentationFormat>와이드스크린</PresentationFormat>
  <Paragraphs>37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Noto Sans KR Black</vt:lpstr>
      <vt:lpstr>Pretendard ExtraBold</vt:lpstr>
      <vt:lpstr>Pretendard SemiBold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김규형</dc:creator>
  <cp:lastModifiedBy>정병준</cp:lastModifiedBy>
  <cp:revision>1713</cp:revision>
  <dcterms:created xsi:type="dcterms:W3CDTF">2025-12-24T05:54:08Z</dcterms:created>
  <dcterms:modified xsi:type="dcterms:W3CDTF">2026-05-17T17:36:12Z</dcterms:modified>
</cp:coreProperties>
</file>